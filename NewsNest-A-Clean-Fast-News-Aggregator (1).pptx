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ricolage Grotesque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NewsNest — A Clean, Fast News Aggregator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web-dev capstone: a responsive, client-side news aggregation system built with HTML, CSS, and JavaScript. Purpose-built for clarity, speed, and easy customization — ideal for classmates, instructors, and potential recruiters.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24985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Why NewsNest?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5233360" y="2005806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20116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Single place for news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609850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Centralizes articles across categories so users spend less time hunting and more time reading.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005806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2011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Offline-first approach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609850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Storage preserves users, articles, and saved items — no backend required for demo or prototype.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20389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6350">
            <a:solidFill>
              <a:srgbClr val="F8EC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39926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Responsive UI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80794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Grid + Flexbox deliver a predictable layout across phones, tablets, and desktops.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6470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Project Architecture (High Level)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3711079"/>
            <a:ext cx="3496877" cy="2540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385633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Frontend UI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4347359" y="3711079"/>
            <a:ext cx="3496877" cy="2540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6" name="Text 4"/>
          <p:cNvSpPr/>
          <p:nvPr/>
        </p:nvSpPr>
        <p:spPr>
          <a:xfrm>
            <a:off x="4347359" y="385633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Storage Layer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033244" y="3711079"/>
            <a:ext cx="3496877" cy="25400"/>
          </a:xfrm>
          <a:prstGeom prst="rect">
            <a:avLst/>
          </a:prstGeom>
          <a:solidFill>
            <a:srgbClr val="DA9B49"/>
          </a:solidFill>
          <a:ln/>
        </p:spPr>
      </p:sp>
      <p:sp>
        <p:nvSpPr>
          <p:cNvPr id="8" name="Text 6"/>
          <p:cNvSpPr/>
          <p:nvPr/>
        </p:nvSpPr>
        <p:spPr>
          <a:xfrm>
            <a:off x="8033244" y="385633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Admin &amp; User Modules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210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Core Features — User Module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42605"/>
            <a:ext cx="1004962" cy="1256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742605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Signup &amp; Login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151287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client-side authentication using Local Storage to persist user profiles and session state.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742605"/>
            <a:ext cx="1004962" cy="1256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742605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Search &amp; Filter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3151287"/>
            <a:ext cx="22242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 search and category filters (World, Tech, Sports, Entertainment) make discovery fast and intuitive.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742605"/>
            <a:ext cx="1004962" cy="1256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742605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Saved Articles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3151287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save articles locally for later reading — persisted across sessions via Local Storage.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396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Core Features — Admin Module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32534"/>
            <a:ext cx="5203794" cy="294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578398"/>
            <a:ext cx="5203794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 Management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Admins can add, edit, and delete articles directly from the interface — changes update Local Storage instantly.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View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Basic metrics and article lists for quick moderation and verification.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92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Permission gate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Admin functions are restricted in the UI to authorized accounts stored locally.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038648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Design &amp; UX Details</a:t>
            </a:r>
            <a:endParaRPr lang="en-US" sz="2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94595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3503315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Layout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61475" y="3911997"/>
            <a:ext cx="30302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Grid for the article feeds; Flexbox for cards and toolbars — reliable, semantic structure.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7972" y="2794595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7972" y="3503315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Accessibility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3927972" y="3911997"/>
            <a:ext cx="30303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Keyboard-focusable controls, clear contrast, and semantic HTML for screen readers.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411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Implementation Notes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53506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2550120"/>
            <a:ext cx="6336745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stack: HTML5, modern CSS (Grid + Flexbox), vanilla JavaScript (ES6+)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model: Articles, Users, SavedArticles — serialized as JSON in Local Storage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patterns: Modular functions, event-driven UI updates, DOM-based templating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Testing: Manual QA across mobile and desktop; edge-case handling for empty or corrupt Local Storage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079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Demo Walkthrough (Key Flows)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511300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461032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Save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461032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Search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461032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Browse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461032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Signup/Login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59226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We’ll demo these flows in-class to highlight responsiveness, search accuracy, and save/restore behavior with Local Storage.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40457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Strengths, Limitations, &amp; Future Work</a:t>
            </a:r>
            <a:endParaRPr lang="en-US" sz="2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845469"/>
            <a:ext cx="3056853" cy="22420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50169" y="198497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5444790" y="2589709"/>
            <a:ext cx="26339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Strength — Simplicity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444790" y="2990255"/>
            <a:ext cx="263399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Deployable without a server; great for prototypes and portfolio demos.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3367" y="1845469"/>
            <a:ext cx="3056853" cy="224204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90175" y="198497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684797" y="2589709"/>
            <a:ext cx="26339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Limitation — Scalability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684797" y="2990255"/>
            <a:ext cx="263399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Storage is not suitable for large-scale multi-user apps or cross-device sync.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270673"/>
            <a:ext cx="6296860" cy="19467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70172" y="4410174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5444790" y="5014913"/>
            <a:ext cx="587400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Future — Backend &amp; Auth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5444790" y="5415459"/>
            <a:ext cx="5874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upgrades: REST API + persistent DB, OAuth/Secure auth, user sync, and richer analytics.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60744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Wrap — How to Evaluate NewsNest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07220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look for: intuitive browsing, reliable save/restore, clean responsive layouts, and clear code structure. Thank you — ready for questions, code review, and live demo.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92091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F8ECD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4459784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4428331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Theme accents: #e7bf6aff, #DFAB58, #EBCC75, #FDF4DB — used throughout for emphasis and UI accents.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2026-09-26T04:21:16Z</dcterms:created>
  <dcterms:modified xsi:type="dcterms:W3CDTF">2026-09-26T04:21:16Z</dcterms:modified>
</cp:coreProperties>
</file>